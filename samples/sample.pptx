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Layout" Target="slideLayouts/slideLayout1.xml"/><Relationship Id="rId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Deck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1 — rendered locally with WASM + Canvas.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the toolbar or arrow keys to navigate.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 Theme">
  <a:themeElements>
    <a:clrScheme name="Sampl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p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a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